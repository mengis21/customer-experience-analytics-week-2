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Raleway" pitchFamily="2" charset="0"/>
      <p:regular r:id="rId10"/>
      <p:bold r:id="rId11"/>
      <p:italic r:id="rId12"/>
      <p:boldItalic r:id="rId13"/>
    </p:embeddedFont>
    <p:embeddedFont>
      <p:font typeface="Raleway Medium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126e9ef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126e9ef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26e9efd1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26e9efd1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126e9efd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126e9efd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126e9efd1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126e9efd1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126e9efd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126e9efd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126e9efd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126e9efd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126e9efd1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126e9efd1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Scraping &amp; Data Prep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We'll explore the 'why' behind scraping, the 'how' of getting data with Python, the 'why' of cleaning, and the 'how' of making data perfect. Then, we'll immediately jump into a practical demo</a:t>
            </a:r>
            <a:endParaRPr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Scraping Basics - Getting the Data</a:t>
            </a:r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Imagine having access to thousands of direct, unsolicited opinions from your app users. That's the power of online reviews!</a:t>
            </a: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Manually collecting this much feedback is impossible. That's where web scraping comes in – it’s our automated solution for gathering this massive amount of raw, real-time customer data.</a:t>
            </a: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We'll focus on Google Play Store reviews because they offer direct user experiences and a huge volume of feedback.</a:t>
            </a: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What can we learn? Common pain points, popular feature requests, sentiment shifts over time, and direct comparisons between apps.</a:t>
            </a: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Our target: We're aiming to collect 400+ reviews per bank, </a:t>
            </a:r>
            <a:r>
              <a:rPr lang="en-GB" sz="1400" dirty="0" err="1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totaling</a:t>
            </a: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1,200+ reviews, to ensure we have a robust dataset for analysis.</a:t>
            </a: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Why Clean Data? 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"What is Web Scraping? It's simply automating the process of extracting data from websites. Instead of manually copying and pasting, our code does the work!"</a:t>
            </a: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"For this task, we'll use a fantastic Python library called </a:t>
            </a:r>
            <a:r>
              <a:rPr lang="en-GB" sz="1400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google-play-scraper</a:t>
            </a: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It's designed specifically for pulling app reviews, ratings, and other details directly from the Google Play Store."</a:t>
            </a: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"Why this library? It's user-friendly and handles many complexities for us, making it ideal for beginners. You don't need to be an HTML expert!"</a:t>
            </a: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●"/>
            </a:pPr>
            <a:r>
              <a:rPr lang="en-GB" sz="14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"Key data points we'll extract for each review:</a:t>
            </a: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Review Text: The actual written feedback.</a:t>
            </a:r>
            <a:endParaRPr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Rating: The star rating (1-5).</a:t>
            </a:r>
            <a:endParaRPr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Date: When the review was posted.</a:t>
            </a:r>
            <a:endParaRPr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App Name: Which specific bank app the review is for."</a:t>
            </a:r>
            <a:endParaRPr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10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Common Data Problems &amp; Strategies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3810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dirty="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GB" sz="1900" b="1" dirty="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ata Cleaning &amp; Preprocessing Strategy</a:t>
            </a:r>
            <a:endParaRPr sz="1900" b="1" dirty="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Body:</a:t>
            </a:r>
            <a:endParaRPr sz="12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"You've scraped the data – great! But here's the reality: Raw scraped data is almost never perfect. It's often messy, inconsistent, and contains errors."</a:t>
            </a:r>
            <a:endParaRPr sz="12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"The 'Garbage In, Garbage Out' (GIGO) Principle: If your input data is flawed, any analysis or insights you derive from it will also be flawed and unreliable. You'll make bad decisions based on bad data!"</a:t>
            </a:r>
            <a:endParaRPr sz="12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"What does 'dirty' data look like? Think duplicate entries, missing information, inconsistent formats, or irrelevant characters."</a:t>
            </a:r>
            <a:endParaRPr sz="12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"Our Goal: To transform this raw, messy data into a clean, standardized, and reliable dataset that is ready for accurate and meaningful analysis. This is a fundamental step for any data project."</a:t>
            </a:r>
            <a:endParaRPr sz="12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90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cont’d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○"/>
            </a:pP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"Let's look at the typical problems we'll encounter and how we'll fix them:"</a:t>
            </a: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○"/>
            </a:pP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"Problem 1: Duplicate Reviews"</a:t>
            </a: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Description: Sometimes, due to scraping logic or Google Play Store </a:t>
            </a:r>
            <a:r>
              <a:rPr lang="en-GB" sz="1300" dirty="0" err="1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behavior</a:t>
            </a: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you might collect the exact same review multiple times.</a:t>
            </a: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Strategy: Removing duplicates. We'll use Python’s </a:t>
            </a:r>
            <a:r>
              <a:rPr lang="en-GB" sz="1300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pandas</a:t>
            </a: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library, specifically methods like </a:t>
            </a:r>
            <a:r>
              <a:rPr lang="en-GB" sz="1300" dirty="0" err="1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df.drop_duplicates</a:t>
            </a:r>
            <a:r>
              <a:rPr lang="en-GB" sz="1300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()</a:t>
            </a: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to ensure every review entry is unique.</a:t>
            </a: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○"/>
            </a:pP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"Problem 2: Missing Data"</a:t>
            </a: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Description: Some reviews might be missing a rating, a date, or even the review text itself.</a:t>
            </a: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1371600" lvl="2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Strategy: Handling missing values. We'll decide whether to:</a:t>
            </a: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Remove rows: If a critical piece of information (like the review text) is missing (</a:t>
            </a:r>
            <a:r>
              <a:rPr lang="en-GB" sz="1300" dirty="0" err="1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df.dropna</a:t>
            </a:r>
            <a:r>
              <a:rPr lang="en-GB" sz="1300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()</a:t>
            </a: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).</a:t>
            </a: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1828800" lvl="3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aleway Medium"/>
              <a:buChar char="■"/>
            </a:pP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Fill in: If a non-critical piece is missing, we might fill it with a default value (</a:t>
            </a:r>
            <a:r>
              <a:rPr lang="en-GB" sz="1300" dirty="0" err="1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df.fillna</a:t>
            </a:r>
            <a:r>
              <a:rPr lang="en-GB" sz="1300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()</a:t>
            </a:r>
            <a:r>
              <a:rPr lang="en-GB" sz="1300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).</a:t>
            </a: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EF6C00"/>
                </a:solidFill>
                <a:latin typeface="Raleway"/>
                <a:ea typeface="Raleway"/>
                <a:cs typeface="Raleway"/>
                <a:sym typeface="Raleway"/>
              </a:rPr>
              <a:t>cont’d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1" indent="-3175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 Medium"/>
              <a:buChar char="○"/>
            </a:pP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"Problem 3: Inconsistent Date Formats"</a:t>
            </a:r>
            <a:endParaRPr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Description: Dates can appear in many ways (e.g., 'May 1, 2023', '01-05-23', '2023/05/01'). This makes time-series analysis impossible.</a:t>
            </a:r>
            <a:endParaRPr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Strategy: Normalizing dates. We'll convert all dates to a single, consistent format (e.g., </a:t>
            </a:r>
            <a:r>
              <a:rPr lang="en-GB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YYYY-MM-DD</a:t>
            </a: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) using </a:t>
            </a:r>
            <a:r>
              <a:rPr lang="en-GB" dirty="0" err="1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pandas.to_datetime</a:t>
            </a:r>
            <a:r>
              <a:rPr lang="en-GB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()</a:t>
            </a: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and </a:t>
            </a:r>
            <a:r>
              <a:rPr lang="en-GB" dirty="0" err="1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strftime</a:t>
            </a:r>
            <a:r>
              <a:rPr lang="en-GB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()</a:t>
            </a: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</a:t>
            </a:r>
            <a:endParaRPr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"Final Output: Our hard work results in a clean CSV file with precisely defined columns: </a:t>
            </a:r>
            <a:r>
              <a:rPr lang="en-GB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review</a:t>
            </a: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en-GB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rating</a:t>
            </a: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en-GB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date</a:t>
            </a: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</a:t>
            </a:r>
            <a:r>
              <a:rPr lang="en-GB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bank</a:t>
            </a: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and </a:t>
            </a:r>
            <a:r>
              <a:rPr lang="en-GB" dirty="0">
                <a:solidFill>
                  <a:srgbClr val="18803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source</a:t>
            </a:r>
            <a:r>
              <a:rPr lang="en-GB" dirty="0">
                <a:solidFill>
                  <a:schemeClr val="dk1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– ready for powerful CX analysis!"</a:t>
            </a:r>
            <a:endParaRPr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Raleway Medium"/>
              <a:ea typeface="Raleway Medium"/>
              <a:cs typeface="Raleway Medium"/>
              <a:sym typeface="Raleway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1547" y="0"/>
            <a:ext cx="2322451" cy="9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730</Words>
  <Application>Microsoft Office PowerPoint</Application>
  <PresentationFormat>On-screen Show (16:9)</PresentationFormat>
  <Paragraphs>40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Raleway</vt:lpstr>
      <vt:lpstr>Raleway Medium</vt:lpstr>
      <vt:lpstr>Simple Light</vt:lpstr>
      <vt:lpstr>Scraping &amp; Data Prep</vt:lpstr>
      <vt:lpstr>PowerPoint Presentation</vt:lpstr>
      <vt:lpstr>Scraping Basics - Getting the Data</vt:lpstr>
      <vt:lpstr>Why Clean Data? </vt:lpstr>
      <vt:lpstr>Common Data Problems &amp; Strategies</vt:lpstr>
      <vt:lpstr>cont’d</vt:lpstr>
      <vt:lpstr>cont’d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Filimon HAILEMARIAM</cp:lastModifiedBy>
  <cp:revision>1</cp:revision>
  <dcterms:modified xsi:type="dcterms:W3CDTF">2025-11-26T13:01:57Z</dcterms:modified>
</cp:coreProperties>
</file>